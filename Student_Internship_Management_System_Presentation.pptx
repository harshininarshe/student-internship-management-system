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Internship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at APSSDC</a:t>
            </a:r>
          </a:p>
          <a:p>
            <a:r>
              <a:t>Team Lead: Harshini Narshe</a:t>
            </a:r>
          </a:p>
          <a:p>
            <a:r>
              <a:t>Team Members: Tejaswini, Anusha, Bhavya, Roja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Student Internship Management System is a web application developed to simplify the process of managing student internships.</a:t>
            </a:r>
          </a:p>
          <a:p/>
          <a:p>
            <a:r>
              <a:t>It helps students to apply for internships and faculty to post and manage internship opportunities.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Automate internship registration and application</a:t>
            </a:r>
          </a:p>
          <a:p>
            <a:r>
              <a:t>- Provide dashboards for students and employees</a:t>
            </a:r>
          </a:p>
          <a:p>
            <a:r>
              <a:t>- Track application status easily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Backend: Django (Python)</a:t>
            </a:r>
          </a:p>
          <a:p>
            <a:r>
              <a:t>- Frontend: HTML, CSS, Bootstrap</a:t>
            </a:r>
          </a:p>
          <a:p>
            <a:r>
              <a:t>- Database: SQLite3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Student and employee registration/login</a:t>
            </a:r>
          </a:p>
          <a:p>
            <a:r>
              <a:t>- Internship posting and management</a:t>
            </a:r>
          </a:p>
          <a:p>
            <a:r>
              <a:t>- Application status tracking (Applied, Accepted, Rejected)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system streamlines the internship process and improves communication between students and faculty.</a:t>
            </a:r>
          </a:p>
          <a:p/>
          <a:p>
            <a:r>
              <a:t>We gained practical experience in Django development and teamwork.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Presented by:</a:t>
            </a:r>
          </a:p>
          <a:p>
            <a:r>
              <a:t>Tejaswini, Anusha, Bhavya, Roja</a:t>
            </a:r>
          </a:p>
          <a:p>
            <a:r>
              <a:t>Team Lead: Harshini Narshe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