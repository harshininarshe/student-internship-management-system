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99769"/>
            <a:ext cx="7772400" cy="1752600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Internship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4080387"/>
            <a:ext cx="4572000" cy="217784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dirty="0"/>
              <a:t> </a:t>
            </a:r>
            <a:endParaRPr lang="en-IN" dirty="0"/>
          </a:p>
          <a:p>
            <a:pPr algn="l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Team Details :</a:t>
            </a:r>
            <a:endParaRPr lang="en-IN" sz="1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Narshe</a:t>
            </a: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Harshini (Team Lead)</a:t>
            </a:r>
            <a:endParaRPr sz="1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Muddana</a:t>
            </a: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Tejaswini (Team Member)</a:t>
            </a:r>
          </a:p>
          <a:p>
            <a:pPr algn="l"/>
            <a:r>
              <a:rPr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Beera Anusha (Team Member)</a:t>
            </a:r>
          </a:p>
          <a:p>
            <a:pPr algn="l"/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Eerugula</a:t>
            </a: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Bhavya (Team Member)</a:t>
            </a:r>
          </a:p>
          <a:p>
            <a:pPr algn="l"/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Uppada</a:t>
            </a: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Roja (Team Member)</a:t>
            </a:r>
            <a:endParaRPr sz="1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this project about?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endParaRPr lang="en-IN" dirty="0"/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application to manage student internships.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students to apply for internships online.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can post internship offers.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paperwork and saves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did we need this system?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 b="1"/>
            </a:pPr>
            <a:endParaRPr dirty="0"/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internship management is slow and confusing.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tracking of applications.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for students to know internship status.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digital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main goals: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 b="1"/>
            </a:pPr>
            <a:endParaRPr dirty="0"/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easy platform for students and faculty.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faculty to post and manage internships.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students apply and track status online.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communication between students and faculty.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Languages: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 b="1"/>
            </a:pPr>
            <a:endParaRPr dirty="0"/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with Django Framework (Backend)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Bootstrap (Frontend)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SQLite3 Database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Admin Panel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parts of our system: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 b="1"/>
            </a:pPr>
            <a:endParaRPr dirty="0"/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 and Login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Registration and Internship Posting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Dashboard and Profile View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Application with Status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it useful?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 b="1"/>
            </a:pPr>
            <a:endParaRPr dirty="0"/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 for students and faculty.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apply with one click.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 disables after applying.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can manage internships easily.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Difficulties during development: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 b="0">
                <a:solidFill>
                  <a:srgbClr val="323232"/>
                </a:solidFill>
              </a:defRPr>
            </a:pPr>
            <a:endParaRPr lang="en-IN" dirty="0"/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login and session data.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duplicate applications.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application status in real-time.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simple and clean dashboards.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achieved: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 b="1"/>
            </a:pPr>
            <a:endParaRPr dirty="0"/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web application.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process for internships.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student-faculty coordination.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skills in Django and teamwork.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Thoughts: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 b="1"/>
            </a:pPr>
            <a:endParaRPr dirty="0"/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made internship handling simple.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reduced manual work and confusion.</a:t>
            </a:r>
          </a:p>
          <a:p>
            <a:pPr>
              <a:defRPr sz="2000" b="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learned technical and team-building skills.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74606"/>
            <a:ext cx="8229600" cy="2035278"/>
          </a:xfrm>
        </p:spPr>
        <p:txBody>
          <a:bodyPr>
            <a:normAutofit/>
          </a:bodyPr>
          <a:lstStyle/>
          <a:p>
            <a:r>
              <a:rPr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322</Words>
  <Application>Microsoft Office PowerPoint</Application>
  <PresentationFormat>On-screen Show (4:3)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Student Internship Management System</vt:lpstr>
      <vt:lpstr>Introduction</vt:lpstr>
      <vt:lpstr>Problem Statement</vt:lpstr>
      <vt:lpstr>Objectives</vt:lpstr>
      <vt:lpstr>Technologies Used</vt:lpstr>
      <vt:lpstr>System Modules</vt:lpstr>
      <vt:lpstr>Key Features</vt:lpstr>
      <vt:lpstr>Challenges Faced</vt:lpstr>
      <vt:lpstr>Outcomes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Harshini Narshe</cp:lastModifiedBy>
  <cp:revision>8</cp:revision>
  <dcterms:created xsi:type="dcterms:W3CDTF">2013-01-27T09:14:16Z</dcterms:created>
  <dcterms:modified xsi:type="dcterms:W3CDTF">2025-07-07T16:58:30Z</dcterms:modified>
  <cp:category/>
</cp:coreProperties>
</file>