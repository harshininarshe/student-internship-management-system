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Internship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at APSSDC</a:t>
            </a:r>
          </a:p>
          <a:p>
            <a:r>
              <a:t>Team Lead: Harshini Narshe</a:t>
            </a:r>
          </a:p>
          <a:p>
            <a:r>
              <a:t>Team Members: Tejaswini, Anusha, Bhavya, Roja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The Student Internship Management System is a simple web application.</a:t>
            </a:r>
          </a:p>
          <a:p>
            <a:pPr>
              <a:defRPr sz="2000" b="0"/>
            </a:pPr>
            <a:r>
              <a:t>Helps students apply for internships online.</a:t>
            </a:r>
          </a:p>
          <a:p>
            <a:pPr>
              <a:defRPr sz="2000" b="0"/>
            </a:pPr>
            <a:r>
              <a:t>Faculty can post and manage internships.</a:t>
            </a:r>
          </a:p>
          <a:p>
            <a:pPr>
              <a:defRPr sz="2000" b="0"/>
            </a:pPr>
            <a:r>
              <a:t>Makes the process faster and easier.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Main Goals:</a:t>
            </a:r>
          </a:p>
          <a:p>
            <a:pPr>
              <a:defRPr sz="2000" b="0"/>
            </a:pPr>
            <a:r>
              <a:t>Make internship process digital.</a:t>
            </a:r>
          </a:p>
          <a:p>
            <a:pPr>
              <a:defRPr sz="2000" b="0"/>
            </a:pPr>
            <a:r>
              <a:t>Show student dashboard with profile and applications.</a:t>
            </a:r>
          </a:p>
          <a:p>
            <a:pPr>
              <a:defRPr sz="2000" b="0"/>
            </a:pPr>
            <a:r>
              <a:t>Track application status (Applied, Accepted, Rejected).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We used simple and effective tools:</a:t>
            </a:r>
          </a:p>
          <a:p>
            <a:pPr>
              <a:defRPr sz="2000" b="0"/>
            </a:pPr>
            <a:r>
              <a:t>Python with Django framework (Backend)</a:t>
            </a:r>
          </a:p>
          <a:p>
            <a:pPr>
              <a:defRPr sz="2000" b="0"/>
            </a:pPr>
            <a:r>
              <a:t>HTML, CSS, Bootstrap (Frontend)</a:t>
            </a:r>
          </a:p>
          <a:p>
            <a:pPr>
              <a:defRPr sz="2000" b="0"/>
            </a:pPr>
            <a:r>
              <a:t>SQLite3 (Database)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Important functions of our system:</a:t>
            </a:r>
          </a:p>
          <a:p>
            <a:pPr>
              <a:defRPr sz="2000" b="0"/>
            </a:pPr>
            <a:r>
              <a:t>Students can register and login.</a:t>
            </a:r>
          </a:p>
          <a:p>
            <a:pPr>
              <a:defRPr sz="2000" b="0"/>
            </a:pPr>
            <a:r>
              <a:t>Employees can post internships.</a:t>
            </a:r>
          </a:p>
          <a:p>
            <a:pPr>
              <a:defRPr sz="2000" b="0"/>
            </a:pPr>
            <a:r>
              <a:t>Students can apply for internships.</a:t>
            </a:r>
          </a:p>
          <a:p>
            <a:pPr>
              <a:defRPr sz="2000" b="0"/>
            </a:pPr>
            <a:r>
              <a:t>Students can see status: Applied, Accepted, Rejected.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Final Thoughts:</a:t>
            </a:r>
          </a:p>
          <a:p>
            <a:pPr>
              <a:defRPr sz="2000" b="0"/>
            </a:pPr>
            <a:r>
              <a:t>This system helps students and faculty work together easily.</a:t>
            </a:r>
          </a:p>
          <a:p>
            <a:pPr>
              <a:defRPr sz="2000" b="0"/>
            </a:pPr>
            <a:r>
              <a:t>It makes internship tracking simple and digital.</a:t>
            </a:r>
          </a:p>
          <a:p>
            <a:pPr>
              <a:defRPr sz="2000" b="0"/>
            </a:pPr>
            <a:r>
              <a:t>We learned teamwork and improved our web development skills.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Presented By:</a:t>
            </a:r>
          </a:p>
          <a:p>
            <a:pPr>
              <a:defRPr sz="2000" b="0"/>
            </a:pPr>
            <a:r>
              <a:t>Tejaswini, Anusha, Bhavya, Roja</a:t>
            </a:r>
          </a:p>
          <a:p>
            <a:pPr>
              <a:defRPr sz="2000" b="0"/>
            </a:pPr>
            <a:r>
              <a:t>Team Lead: Harshini Narshe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